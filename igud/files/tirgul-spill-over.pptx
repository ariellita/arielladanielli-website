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770" r:id="rId2"/>
    <p:sldId id="1939" r:id="rId3"/>
    <p:sldId id="1946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81"/>
  </p:normalViewPr>
  <p:slideViewPr>
    <p:cSldViewPr snapToGrid="0">
      <p:cViewPr varScale="1">
        <p:scale>
          <a:sx n="96" d="100"/>
          <a:sy n="96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69F97-6B4A-494E-AFF8-C327F3C5BA17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B783C-7E79-584D-9B84-CE61992D9BC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1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C848-6C65-01FF-18CB-B795011F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D0A3B-0E10-D3F8-A8A2-932B833E4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C8233-58D9-40D6-6436-B51D4E22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AE7C-38DF-03A9-AB73-333C2742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F3C1-647E-AA02-E70E-5C86E56D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457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0CF3-A475-C5CA-860C-50000C2D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848B6-2853-5D72-5F19-5635C36E1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2007-E14E-CD67-3E1B-27C8EA1BA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18FDD-4DF0-228A-5623-D5C03719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C5090-674C-2E1B-28AC-3DF8FCCC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D5903-6E6B-CA75-8569-2BEA92DA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107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616F-877F-69DE-1988-93445083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8BEE1-7457-D0AB-7D7E-0D9AAD11C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EFF95-3C81-6539-DBC1-94FCA8CE5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5B130-6D24-1ABD-5884-D3680AD6E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F05BD-1CBF-57B1-66FC-BD7D03476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04111-5326-6203-EDC9-AB665CF2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62E0C-CBAB-1922-F88C-604E7362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4D11C-CDD1-3342-8FD3-5CCF2CDE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520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D53C-BC67-B116-0CE0-76C688A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EEE08-AADE-F4CB-8865-C095445D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59696-0B95-C27A-6F0A-760DA29A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8B65-FD73-9790-9117-A75F18A5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924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FCE-500C-DE1F-D6D7-F0BB41FD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3448-90A5-FA3F-1FCC-17C51C769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50076-2E60-1A0B-9237-F8F0256AA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C5191-9AA7-EBC8-2925-4C46D339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64808-1A67-5220-9229-0C2837A2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6733-4092-7933-322D-B0128D87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262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E52D-A6C3-C54B-0DF6-0DF2C34A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595FF-C0C1-F267-B8E0-12FD685DE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A826D-5EAA-C02E-CF36-905098AA2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6848-1757-D449-22F0-ADDFF3BC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A4C1A-2E58-9FB4-AC7D-8B6CEC89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EB033-9683-7280-F5C5-74E73B73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990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8735-F411-B814-0E11-877E51A8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B1549-0604-117A-CE8E-9397C2B6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E5EFC-1ADD-D140-E0E9-5E6B4BEB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DF984-FCAB-37E9-42B4-F9B83959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20F74-99FE-1239-F09A-A93E3128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411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66F4D-DF69-D635-A672-48D5C44CB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4F6E8-BC42-86A6-B0BA-BD9FD7C43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DB441-A3DD-BE1D-04CD-843573AC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FF6C1-D7CA-B4AD-CDE9-3C6244E62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DCD3-F80F-C769-2DAC-45CA2635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73715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88339-BC87-A541-9794-409FA186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1D735-CCFE-8A4D-A219-F01D36A7EA26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A9018-F59B-BA4D-8186-00199A4A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5434D-3DEA-A64D-9D63-FB11C06B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27D2B-E719-B545-AA3E-C04C15B09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F72F5F-40E5-5A55-D631-C7217D8C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827D7-999C-8747-4411-293F50FA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3BEB-3AE5-1D53-D8C5-A47239ECE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6F967-CFE2-5840-A5A2-9830ADF19782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0626-1050-5A90-143A-433E1C43E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EF0DF-7729-D1D2-6473-C572255A7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38DAC-25EF-FC42-8BE9-8695F16A8DF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21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F833-00C7-6E51-36B4-3AF410CC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700F79-4FAE-598C-CCEF-8E5858F0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78" y="-35818"/>
            <a:ext cx="12262196" cy="689381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3" name="מי הם הלקוחות שלנו?">
            <a:extLst>
              <a:ext uri="{FF2B5EF4-FFF2-40B4-BE49-F238E27FC236}">
                <a16:creationId xmlns:a16="http://schemas.microsoft.com/office/drawing/2014/main" id="{94CA3887-138C-427E-3A7A-256C98A13BEF}"/>
              </a:ext>
            </a:extLst>
          </p:cNvPr>
          <p:cNvSpPr txBox="1"/>
          <p:nvPr/>
        </p:nvSpPr>
        <p:spPr>
          <a:xfrm>
            <a:off x="1173919" y="-495937"/>
            <a:ext cx="9844159" cy="17214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rmAutofit/>
          </a:bodyPr>
          <a:lstStyle>
            <a:lvl1pPr defTabSz="2438338" rtl="1">
              <a:lnSpc>
                <a:spcPct val="80000"/>
              </a:lnSpc>
              <a:defRPr sz="11600" b="1" spc="-232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algn="ctr"/>
            <a:endParaRPr sz="58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B5FE32-FEC4-316A-AF61-D9E94FFC2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0" y="0"/>
            <a:ext cx="2446638" cy="1295223"/>
          </a:xfrm>
          <a:prstGeom prst="rect">
            <a:avLst/>
          </a:prstGeom>
        </p:spPr>
      </p:pic>
      <p:sp>
        <p:nvSpPr>
          <p:cNvPr id="2" name="מי הם הלקוחות שלנו?">
            <a:extLst>
              <a:ext uri="{FF2B5EF4-FFF2-40B4-BE49-F238E27FC236}">
                <a16:creationId xmlns:a16="http://schemas.microsoft.com/office/drawing/2014/main" id="{6BDFA368-CDB5-7C09-D10A-F929AFD7619C}"/>
              </a:ext>
            </a:extLst>
          </p:cNvPr>
          <p:cNvSpPr txBox="1"/>
          <p:nvPr/>
        </p:nvSpPr>
        <p:spPr>
          <a:xfrm>
            <a:off x="2984199" y="-360482"/>
            <a:ext cx="7496318" cy="14505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 rtl="1">
              <a:lnSpc>
                <a:spcPct val="80000"/>
              </a:lnSpc>
              <a:defRPr sz="11600" b="1" spc="-232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en-US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Spill Over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nline - Offline">
            <a:extLst>
              <a:ext uri="{FF2B5EF4-FFF2-40B4-BE49-F238E27FC236}">
                <a16:creationId xmlns:a16="http://schemas.microsoft.com/office/drawing/2014/main" id="{21B202D7-96C6-004D-E703-99ADF1869F8E}"/>
              </a:ext>
            </a:extLst>
          </p:cNvPr>
          <p:cNvSpPr txBox="1"/>
          <p:nvPr/>
        </p:nvSpPr>
        <p:spPr>
          <a:xfrm>
            <a:off x="309016" y="3307719"/>
            <a:ext cx="11767931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algn="ctr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ביצוע פעולה אקטיבית שתנצל תופעה קיימת בצורה שתביא לצרכנים ערך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76CF-F786-2715-BD95-6466522AE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863" y="-124261"/>
            <a:ext cx="2284429" cy="15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6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9A2482B-1B45-A1B9-32BF-A2025EA7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78" y="-35818"/>
            <a:ext cx="12262196" cy="689381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00" name="Online - Offline"/>
          <p:cNvSpPr txBox="1"/>
          <p:nvPr/>
        </p:nvSpPr>
        <p:spPr>
          <a:xfrm>
            <a:off x="4541806" y="-284807"/>
            <a:ext cx="386411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rm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r>
              <a:rPr lang="he-IL" sz="58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תופעות קיימות</a:t>
            </a:r>
            <a:endParaRPr sz="58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nline - Offline">
            <a:extLst>
              <a:ext uri="{FF2B5EF4-FFF2-40B4-BE49-F238E27FC236}">
                <a16:creationId xmlns:a16="http://schemas.microsoft.com/office/drawing/2014/main" id="{D9B9A739-2E52-23DB-0729-35764C8CB78C}"/>
              </a:ext>
            </a:extLst>
          </p:cNvPr>
          <p:cNvSpPr txBox="1"/>
          <p:nvPr/>
        </p:nvSpPr>
        <p:spPr>
          <a:xfrm>
            <a:off x="4634572" y="1079326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מלחמה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nline - Offline">
            <a:extLst>
              <a:ext uri="{FF2B5EF4-FFF2-40B4-BE49-F238E27FC236}">
                <a16:creationId xmlns:a16="http://schemas.microsoft.com/office/drawing/2014/main" id="{112A3E80-110F-EC9F-F6A1-7C4C0E49CB3E}"/>
              </a:ext>
            </a:extLst>
          </p:cNvPr>
          <p:cNvSpPr txBox="1"/>
          <p:nvPr/>
        </p:nvSpPr>
        <p:spPr>
          <a:xfrm>
            <a:off x="4541806" y="2529863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טיק טוק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nline - Offline">
            <a:extLst>
              <a:ext uri="{FF2B5EF4-FFF2-40B4-BE49-F238E27FC236}">
                <a16:creationId xmlns:a16="http://schemas.microsoft.com/office/drawing/2014/main" id="{302B90D7-10D1-BA48-1847-0198ADE00958}"/>
              </a:ext>
            </a:extLst>
          </p:cNvPr>
          <p:cNvSpPr txBox="1"/>
          <p:nvPr/>
        </p:nvSpPr>
        <p:spPr>
          <a:xfrm>
            <a:off x="4358926" y="3980400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בינה מלאכותית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nline - Offline">
            <a:extLst>
              <a:ext uri="{FF2B5EF4-FFF2-40B4-BE49-F238E27FC236}">
                <a16:creationId xmlns:a16="http://schemas.microsoft.com/office/drawing/2014/main" id="{4AD74DAA-B2D5-9769-6049-312BA0BF0C0D}"/>
              </a:ext>
            </a:extLst>
          </p:cNvPr>
          <p:cNvSpPr txBox="1"/>
          <p:nvPr/>
        </p:nvSpPr>
        <p:spPr>
          <a:xfrm>
            <a:off x="-1686879" y="1066508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משבר כלכלי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nline - Offline">
            <a:extLst>
              <a:ext uri="{FF2B5EF4-FFF2-40B4-BE49-F238E27FC236}">
                <a16:creationId xmlns:a16="http://schemas.microsoft.com/office/drawing/2014/main" id="{DD8372B6-686D-8253-DF08-83E6E012B3BE}"/>
              </a:ext>
            </a:extLst>
          </p:cNvPr>
          <p:cNvSpPr txBox="1"/>
          <p:nvPr/>
        </p:nvSpPr>
        <p:spPr>
          <a:xfrm>
            <a:off x="-1779645" y="2529863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1" eaLnBrk="1" latinLnBrk="0" hangingPunct="1">
              <a:lnSpc>
                <a:spcPct val="160000"/>
              </a:lnSpc>
            </a:pP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nline - Offline">
            <a:extLst>
              <a:ext uri="{FF2B5EF4-FFF2-40B4-BE49-F238E27FC236}">
                <a16:creationId xmlns:a16="http://schemas.microsoft.com/office/drawing/2014/main" id="{CA934744-6705-E892-2D8D-A777541B0CFB}"/>
              </a:ext>
            </a:extLst>
          </p:cNvPr>
          <p:cNvSpPr txBox="1"/>
          <p:nvPr/>
        </p:nvSpPr>
        <p:spPr>
          <a:xfrm>
            <a:off x="-1779645" y="2547863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מתחרים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nline - Offline">
            <a:extLst>
              <a:ext uri="{FF2B5EF4-FFF2-40B4-BE49-F238E27FC236}">
                <a16:creationId xmlns:a16="http://schemas.microsoft.com/office/drawing/2014/main" id="{DADDCD81-FF3A-C9BB-05F0-61BD3A6749D5}"/>
              </a:ext>
            </a:extLst>
          </p:cNvPr>
          <p:cNvSpPr txBox="1"/>
          <p:nvPr/>
        </p:nvSpPr>
        <p:spPr>
          <a:xfrm>
            <a:off x="-1779645" y="3962400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en-US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Longevity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nline - Offline">
            <a:extLst>
              <a:ext uri="{FF2B5EF4-FFF2-40B4-BE49-F238E27FC236}">
                <a16:creationId xmlns:a16="http://schemas.microsoft.com/office/drawing/2014/main" id="{C3CED622-813A-7168-1D92-C69CBD442D8D}"/>
              </a:ext>
            </a:extLst>
          </p:cNvPr>
          <p:cNvSpPr txBox="1"/>
          <p:nvPr/>
        </p:nvSpPr>
        <p:spPr>
          <a:xfrm>
            <a:off x="-1779645" y="5326106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1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בחירות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nline - Offline">
            <a:extLst>
              <a:ext uri="{FF2B5EF4-FFF2-40B4-BE49-F238E27FC236}">
                <a16:creationId xmlns:a16="http://schemas.microsoft.com/office/drawing/2014/main" id="{0BF1E1F5-0BAF-CE52-BAEC-0B644AA2330E}"/>
              </a:ext>
            </a:extLst>
          </p:cNvPr>
          <p:cNvSpPr txBox="1"/>
          <p:nvPr/>
        </p:nvSpPr>
        <p:spPr>
          <a:xfrm>
            <a:off x="4358926" y="5207600"/>
            <a:ext cx="10423588" cy="145053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0" eaLnBrk="1" latinLnBrk="0" hangingPunct="1">
              <a:lnSpc>
                <a:spcPct val="160000"/>
              </a:lnSpc>
            </a:pPr>
            <a:r>
              <a:rPr lang="he-IL" sz="6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מזג אויר</a:t>
            </a:r>
            <a:endParaRPr sz="60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85ABF3-5495-A024-676C-5004F0B17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 t="25333" r="8529" b="32125"/>
          <a:stretch>
            <a:fillRect/>
          </a:stretch>
        </p:blipFill>
        <p:spPr>
          <a:xfrm>
            <a:off x="0" y="0"/>
            <a:ext cx="2446638" cy="12952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47E9FD-4535-4C57-AB43-096C8B7C1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366" y="-147874"/>
            <a:ext cx="2284429" cy="15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4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3E0EA7-CF9E-92A6-A48C-C7E75B8A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78" y="-35818"/>
            <a:ext cx="12262196" cy="689381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07" name="Online - Offline"/>
          <p:cNvSpPr txBox="1"/>
          <p:nvPr/>
        </p:nvSpPr>
        <p:spPr>
          <a:xfrm>
            <a:off x="6440557" y="2482371"/>
            <a:ext cx="6785113" cy="15131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Autofit/>
          </a:bodyPr>
          <a:lstStyle>
            <a:lvl1pPr defTabSz="2438338">
              <a:lnSpc>
                <a:spcPct val="80000"/>
              </a:lnSpc>
              <a:defRPr sz="11600" b="1" spc="-232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ssistant"/>
                <a:ea typeface="Assistant"/>
                <a:cs typeface="Assistant"/>
                <a:sym typeface="Assistant"/>
              </a:defRPr>
            </a:lvl1pPr>
          </a:lstStyle>
          <a:p>
            <a:pPr marL="0" algn="ctr" defTabSz="2438338" rtl="1" eaLnBrk="1" latinLnBrk="0" hangingPunct="1">
              <a:lnSpc>
                <a:spcPct val="160000"/>
              </a:lnSpc>
            </a:pPr>
            <a:r>
              <a:rPr lang="en-US" sz="6000" dirty="0">
                <a:solidFill>
                  <a:schemeClr val="accent1"/>
                </a:solidFill>
              </a:rPr>
              <a:t>Spill Over</a:t>
            </a:r>
            <a:endParaRPr lang="he-IL" sz="6000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251A8A34-BA2D-251D-7C6F-0E3641FB6F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0181" y="87474"/>
            <a:ext cx="4230219" cy="6647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A0E00A-8E76-5114-3FF1-3D7867C48C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11" t="25333" r="8529" b="32125"/>
          <a:stretch>
            <a:fillRect/>
          </a:stretch>
        </p:blipFill>
        <p:spPr>
          <a:xfrm>
            <a:off x="0" y="0"/>
            <a:ext cx="2446638" cy="12952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C362EA-8881-81BD-C102-B32A40872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825" y="-124261"/>
            <a:ext cx="2284429" cy="154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4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882077121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5A1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CA73ED-CD9A-1F4C-9646-E1AECDEFBB6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b3827bf-f24c-418c-9aee-69d8a41fb9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7387</TotalTime>
  <Words>28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 [1779882077121]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אריאלה דניאלי</dc:creator>
  <cp:lastModifiedBy>אריאלה דניאלי</cp:lastModifiedBy>
  <cp:revision>38</cp:revision>
  <dcterms:created xsi:type="dcterms:W3CDTF">2026-05-26T09:15:52Z</dcterms:created>
  <dcterms:modified xsi:type="dcterms:W3CDTF">2026-08-27T11:08:26Z</dcterms:modified>
</cp:coreProperties>
</file>